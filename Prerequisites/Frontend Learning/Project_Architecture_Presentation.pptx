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11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covers the full stack of the sensor project, how each technology talks to the next, and how the small WebSocket prototype fits into the larger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framing only — no specific sensor is named beyond what the backend already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rule of the updated architecture: MQTT is backend-only. The frontend consumes a single processed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Serial/RS485/Modbus is listed as the supported interface family; TCP and UDP are the links in active use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Universal converter + JSON config replaced the earlier one-script-per-sensor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RS485 is an electrical standard, Modbus is a protocol, TCP/UDP are transports — they sit at different levels, not alternatives to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double-failure argument is the reason for the change, taken from the project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Fields shown are illustrative; the prototype happens to use exactly this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carries the architectural update. State the rule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is copied verbatim from the prototype App.jsx.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is the student's own, taken during the learning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is verbatim from the prototype main.cjs.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bridge exposes only process.platform — intentionally minimal.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with the mentor that telemetry is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Same-mechanism rows are the argument that the prototype was time well spent.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slide left column top to bottom, then right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architectural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3A50"/>
          </a:solidFill>
          <a:ln w="12700">
            <a:solidFill>
              <a:srgbClr val="1B3A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1143000"/>
            <a:ext cx="2889504" cy="475488"/>
          </a:xfrm>
          <a:prstGeom prst="roundRect">
            <a:avLst>
              <a:gd name="adj" fmla="val 15385"/>
            </a:avLst>
          </a:prstGeom>
          <a:solidFill>
            <a:srgbClr val="334E5C"/>
          </a:solidFill>
          <a:ln w="12700">
            <a:solidFill>
              <a:srgbClr val="334E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43000"/>
            <a:ext cx="288950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Sensors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911096" y="1645920"/>
            <a:ext cx="201168" cy="201168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901952"/>
            <a:ext cx="2889504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901952"/>
            <a:ext cx="288950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Acquisition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911096" y="2404872"/>
            <a:ext cx="201168" cy="201168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660904"/>
            <a:ext cx="2889504" cy="475488"/>
          </a:xfrm>
          <a:prstGeom prst="roundRect">
            <a:avLst>
              <a:gd name="adj" fmla="val 15385"/>
            </a:avLst>
          </a:prstGeom>
          <a:solidFill>
            <a:srgbClr val="2A88A8"/>
          </a:solidFill>
          <a:ln w="12700">
            <a:solidFill>
              <a:srgbClr val="2A88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660904"/>
            <a:ext cx="288950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11096" y="3163824"/>
            <a:ext cx="201168" cy="201168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419856"/>
            <a:ext cx="2889504" cy="475488"/>
          </a:xfrm>
          <a:prstGeom prst="roundRect">
            <a:avLst>
              <a:gd name="adj" fmla="val 15385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419856"/>
            <a:ext cx="288950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911096" y="3922776"/>
            <a:ext cx="201168" cy="201168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178808"/>
            <a:ext cx="2889504" cy="475488"/>
          </a:xfrm>
          <a:prstGeom prst="roundRect">
            <a:avLst>
              <a:gd name="adj" fmla="val 1538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178808"/>
            <a:ext cx="288950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Subscriber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911096" y="4681728"/>
            <a:ext cx="201168" cy="201168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937760"/>
            <a:ext cx="2889504" cy="475488"/>
          </a:xfrm>
          <a:prstGeom prst="roundRect">
            <a:avLst>
              <a:gd name="adj" fmla="val 15385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4937760"/>
            <a:ext cx="288950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Bridge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911096" y="5440680"/>
            <a:ext cx="201168" cy="201168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5696712"/>
            <a:ext cx="2889504" cy="475488"/>
          </a:xfrm>
          <a:prstGeom prst="roundRect">
            <a:avLst>
              <a:gd name="adj" fmla="val 15385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5696712"/>
            <a:ext cx="288950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React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1417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 PROJECT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178308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Data Acquisition</a:t>
            </a:r>
            <a:endParaRPr lang="en-US" sz="3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Desktop Dashboard</a:t>
            </a:r>
            <a:endParaRPr lang="en-US" sz="38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2004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· Architecture · Data Flow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3977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</a:t>
            </a:r>
            <a:r>
              <a:rPr lang="en-US" sz="1300" dirty="0">
                <a:solidFill>
                  <a:srgbClr val="A9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communication prototype — Python WebSocket · React · Vite · Electron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493776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Tejas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· Samrat Ashok Technological Institute, Vidisha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 Project Mentor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PROJECT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many different sensors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come from different vendors and rarely agree on anything: the wire they use, the protocol they speak, or the shape of the data they send. The project builds a single pipeline that can acquire, convert, transport, log and visualise all of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532888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sensor is reachable over Ethernet/TCP, another streams UDP datagrams; serial-class links (RS485/Modbus) are handled the same way when required.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41248" y="218541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1122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interfaces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088" y="2532888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lines from one device, raw byte fields from another. Field order, units and framing all differ.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19088" y="218541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1122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formats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133088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vendor defines its own message layout. A dedicated program per sensor does not scale.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" y="378561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37124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vendors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35661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9088" y="4133088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needs a single live view, plus a permanent log, regardless of which sensor produced the reading.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19088" y="378561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37124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see it all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5266944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5687568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universal, configuration-driven backend that turns any supported sensor into one common data format — and a desktop dashboard that displays it live, without knowing anything about the sensors themselves.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BIG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6035040" cy="402336"/>
          </a:xfrm>
          <a:prstGeom prst="roundRect">
            <a:avLst>
              <a:gd name="adj" fmla="val 18182"/>
            </a:avLst>
          </a:prstGeom>
          <a:solidFill>
            <a:srgbClr val="334E5C"/>
          </a:solidFill>
          <a:ln w="12700">
            <a:solidFill>
              <a:srgbClr val="334E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6035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Sensors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field devices, different vendors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02736" y="1705356"/>
            <a:ext cx="201168" cy="109728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19656"/>
            <a:ext cx="6035040" cy="402336"/>
          </a:xfrm>
          <a:prstGeom prst="roundRect">
            <a:avLst>
              <a:gd name="adj" fmla="val 18182"/>
            </a:avLst>
          </a:prstGeom>
          <a:solidFill>
            <a:srgbClr val="456273"/>
          </a:solidFill>
          <a:ln w="12700">
            <a:solidFill>
              <a:srgbClr val="4562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19656"/>
            <a:ext cx="6035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Interfaces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Ethernet / TCP-IP · UDP · Serial / RS485 / Modbus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02736" y="2226564"/>
            <a:ext cx="201168" cy="109728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40864"/>
            <a:ext cx="6035040" cy="402336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40864"/>
            <a:ext cx="6035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Acquisition Layer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universal converter, vendor-specific parsing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02736" y="2747772"/>
            <a:ext cx="201168" cy="109728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62072"/>
            <a:ext cx="6035040" cy="402336"/>
          </a:xfrm>
          <a:prstGeom prst="roundRect">
            <a:avLst>
              <a:gd name="adj" fmla="val 18182"/>
            </a:avLst>
          </a:prstGeom>
          <a:solidFill>
            <a:srgbClr val="2A88A8"/>
          </a:solidFill>
          <a:ln w="12700">
            <a:solidFill>
              <a:srgbClr val="2A88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862072"/>
            <a:ext cx="6035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Normalization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common JSON structure for every sensor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02736" y="3268980"/>
            <a:ext cx="201168" cy="109728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383280"/>
            <a:ext cx="6035040" cy="402336"/>
          </a:xfrm>
          <a:prstGeom prst="roundRect">
            <a:avLst>
              <a:gd name="adj" fmla="val 18182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383280"/>
            <a:ext cx="6035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publish / subscribe transport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02736" y="3790188"/>
            <a:ext cx="201168" cy="109728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904488"/>
            <a:ext cx="6035040" cy="402336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04488"/>
            <a:ext cx="6035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Subscriber &amp; Processing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logging, filtering, forwarding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02736" y="4311396"/>
            <a:ext cx="201168" cy="109728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425696"/>
            <a:ext cx="6035040" cy="402336"/>
          </a:xfrm>
          <a:prstGeom prst="roundRect">
            <a:avLst>
              <a:gd name="adj" fmla="val 18182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425696"/>
            <a:ext cx="6035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Bridge (backend)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single outbound channel to the UI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02736" y="4832604"/>
            <a:ext cx="201168" cy="109728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946904"/>
            <a:ext cx="6035040" cy="402336"/>
          </a:xfrm>
          <a:prstGeom prst="roundRect">
            <a:avLst>
              <a:gd name="adj" fmla="val 18182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946904"/>
            <a:ext cx="6035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Desktop Application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window, lifecycle, secure preload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02736" y="5353812"/>
            <a:ext cx="201168" cy="109728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468112"/>
            <a:ext cx="6035040" cy="402336"/>
          </a:xfrm>
          <a:prstGeom prst="roundRect">
            <a:avLst>
              <a:gd name="adj" fmla="val 18182"/>
            </a:avLst>
          </a:prstGeom>
          <a:solidFill>
            <a:srgbClr val="C97B3F"/>
          </a:solidFill>
          <a:ln w="12700">
            <a:solidFill>
              <a:srgbClr val="C97B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468112"/>
            <a:ext cx="6035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 sensor visualisation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76288" y="1298448"/>
            <a:ext cx="73152" cy="923544"/>
          </a:xfrm>
          <a:prstGeom prst="roundRect">
            <a:avLst>
              <a:gd name="adj" fmla="val 50000"/>
            </a:avLst>
          </a:prstGeom>
          <a:solidFill>
            <a:srgbClr val="334E5C"/>
          </a:solidFill>
          <a:ln w="12700">
            <a:solidFill>
              <a:srgbClr val="334E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59168" y="1298448"/>
            <a:ext cx="1828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33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PHYSICAL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76288" y="2340864"/>
            <a:ext cx="73152" cy="92354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59168" y="2340864"/>
            <a:ext cx="1828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(Python)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76288" y="3383280"/>
            <a:ext cx="73152" cy="923544"/>
          </a:xfrm>
          <a:prstGeom prst="roundRect">
            <a:avLst>
              <a:gd name="adj" fmla="val 50000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59168" y="3383280"/>
            <a:ext cx="1828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 (MQTT)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76288" y="4425696"/>
            <a:ext cx="73152" cy="402336"/>
          </a:xfrm>
          <a:prstGeom prst="roundRect">
            <a:avLst>
              <a:gd name="adj" fmla="val 50000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59168" y="44256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76288" y="4946904"/>
            <a:ext cx="73152" cy="923544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59168" y="4946904"/>
            <a:ext cx="1828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(Desktop)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06840" y="1298448"/>
            <a:ext cx="2514600" cy="2240280"/>
          </a:xfrm>
          <a:prstGeom prst="roundRect">
            <a:avLst>
              <a:gd name="adj" fmla="val 2449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08008" y="144475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arrows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208008" y="1865376"/>
            <a:ext cx="21122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moves in one direction only: from the field, through the backend, to the screen.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is a process or a device. Every arrow is a real connection — no box talks to a box it is not touching.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06840" y="3703320"/>
            <a:ext cx="2514600" cy="2194560"/>
          </a:xfrm>
          <a:prstGeom prst="roundRect">
            <a:avLst>
              <a:gd name="adj" fmla="val 2500"/>
            </a:avLst>
          </a:prstGeom>
          <a:solidFill>
            <a:srgbClr val="FDF2E9"/>
          </a:solidFill>
          <a:ln w="12700">
            <a:solidFill>
              <a:srgbClr val="F0C89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08008" y="3849624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stops here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208008" y="4270248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4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exists only between the acquisition layer and the backend subscriber.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4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and React are NOT MQTT clients. They receive data that the backend has already processed.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stages (acquisition, converters, MQTT, subscriber/logging) are implemented in Main Project v4. The WebSocket bridge is the stage being added next.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TECHNOLOGY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technology is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3456432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SIDE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92938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50008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sensor connection and converter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82549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over Ethernet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246120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link to networked sensors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7216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142232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Datagram link used by the FCAD-type sensor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471416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46177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/ RS485 / Modbus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038344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family for wired industrial devices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367528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55138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config file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934456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sensors, types and topics — no code edits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70832" y="1261872"/>
            <a:ext cx="3456432" cy="384048"/>
          </a:xfrm>
          <a:prstGeom prst="roundRect">
            <a:avLst>
              <a:gd name="adj" fmla="val 14286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70832" y="126187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SIDE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70832" y="1783080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192938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2350008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Publish/subscribe messaging between backend parts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70832" y="2679192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282549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246120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messages by topic to all subscribers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70832" y="3575304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37216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142232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structure carried inside each message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70832" y="4471416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0" y="46177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/ logger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5038344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readings and forwards them onward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70832" y="5367528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0" y="55138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0" y="5934456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backend-to-frontend channel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01584" y="1261872"/>
            <a:ext cx="3456432" cy="384048"/>
          </a:xfrm>
          <a:prstGeom prst="roundRect">
            <a:avLst>
              <a:gd name="adj" fmla="val 14286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01584" y="126187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SIDE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101584" y="1783080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02752" y="192938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302752" y="2350008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dashboard UI from state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101584" y="2679192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02752" y="282549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8302752" y="3246120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 and production bundler for React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101584" y="3575304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02752" y="37216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302752" y="4142232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UI as a native desktop window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101584" y="4471416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302752" y="46177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npm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8302752" y="5038344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and dependency manager for the frontend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101584" y="5367528"/>
            <a:ext cx="3456432" cy="786384"/>
          </a:xfrm>
          <a:prstGeom prst="roundRect">
            <a:avLst>
              <a:gd name="adj" fmla="val 697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302752" y="55138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8302752" y="5934456"/>
            <a:ext cx="3054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Rendering, layout and logic inside the window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technology talks to every other one — each belongs to exactly one stage of the pipeline shown on the previous slide.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BACKEND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acquisition, conversion, publishing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380744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6916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socket, serial and byte-parsing support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MQTT and WebSocket libraries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add a new sensor type without rewriting the system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 across acquisition, conversion and transport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394960" cy="2880360"/>
          </a:xfrm>
          <a:prstGeom prst="roundRect">
            <a:avLst>
              <a:gd name="adj" fmla="val 1905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392424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responsibilities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7033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maintain the link to each sensor, reconnect on failure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frames — newline-framed text, or raw byte fields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vendor-specific interpretation for that sensor type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the common normalized structure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the sensor's MQTT topic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Subscribe, log to file, and forward live values to the dashboard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234440"/>
            <a:ext cx="5166360" cy="4892040"/>
          </a:xfrm>
          <a:prstGeom prst="roundRect">
            <a:avLst>
              <a:gd name="adj" fmla="val 1121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138074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converter idea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334E5C"/>
          </a:solidFill>
          <a:ln w="12700">
            <a:solidFill>
              <a:srgbClr val="334E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783080"/>
            <a:ext cx="148132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 A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frames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23760" y="2395728"/>
            <a:ext cx="201168" cy="384048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7830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334E5C"/>
          </a:solidFill>
          <a:ln w="12700">
            <a:solidFill>
              <a:srgbClr val="334E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11312" y="1783080"/>
            <a:ext cx="148132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 B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fields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51392" y="2395728"/>
            <a:ext cx="201168" cy="384048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38944" y="17830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334E5C"/>
          </a:solidFill>
          <a:ln w="12700">
            <a:solidFill>
              <a:srgbClr val="334E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38944" y="1783080"/>
            <a:ext cx="148132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 C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layout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479024" y="2395728"/>
            <a:ext cx="201168" cy="384048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834640"/>
            <a:ext cx="1481328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69964" y="2866014"/>
            <a:ext cx="148132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parameterized converter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driven by the JSON configuration file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51392" y="3543300"/>
            <a:ext cx="238667" cy="1357464"/>
          </a:xfrm>
          <a:prstGeom prst="down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4919472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583680" y="4919472"/>
            <a:ext cx="47091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MQTT topic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/ &lt;location&gt; / &lt;type&gt; / &lt;sensor-id&gt;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55595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sensor means adding an entry to the configuration file — not writing a new program.</a:t>
            </a:r>
            <a:endParaRPr lang="en-US" sz="1050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A92D4FBB-EF8F-EF1C-7B40-83610ADB98E2}"/>
              </a:ext>
            </a:extLst>
          </p:cNvPr>
          <p:cNvSpPr/>
          <p:nvPr/>
        </p:nvSpPr>
        <p:spPr>
          <a:xfrm>
            <a:off x="8211312" y="2850327"/>
            <a:ext cx="1481328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B55B8E9E-6F67-F606-BBEE-A91E579F78C3}"/>
              </a:ext>
            </a:extLst>
          </p:cNvPr>
          <p:cNvSpPr/>
          <p:nvPr/>
        </p:nvSpPr>
        <p:spPr>
          <a:xfrm>
            <a:off x="9838944" y="2850327"/>
            <a:ext cx="1481328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19BBDE2C-4517-8301-35B9-0E3C71A39EEB}"/>
              </a:ext>
            </a:extLst>
          </p:cNvPr>
          <p:cNvSpPr txBox="1"/>
          <p:nvPr/>
        </p:nvSpPr>
        <p:spPr>
          <a:xfrm>
            <a:off x="8211312" y="2847306"/>
            <a:ext cx="148132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parameterized converter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driven by the JSON configuration file</a:t>
            </a:r>
            <a:endParaRPr lang="en-US" sz="125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643C1C30-CA9D-8486-4351-F08DD75E5567}"/>
              </a:ext>
            </a:extLst>
          </p:cNvPr>
          <p:cNvSpPr txBox="1"/>
          <p:nvPr/>
        </p:nvSpPr>
        <p:spPr>
          <a:xfrm>
            <a:off x="9811512" y="2845683"/>
            <a:ext cx="148132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parameterized converter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driven by the JSON configuration file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SENSOR SIDE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 transports and protocols are not the same 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331720" cy="1024128"/>
          </a:xfrm>
          <a:prstGeom prst="roundRect">
            <a:avLst>
              <a:gd name="adj" fmla="val 5357"/>
            </a:avLst>
          </a:prstGeom>
          <a:solidFill>
            <a:srgbClr val="334E5C"/>
          </a:solidFill>
          <a:ln w="12700">
            <a:solidFill>
              <a:srgbClr val="334E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31720" cy="10241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ELECTRICAL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08960" y="1280160"/>
            <a:ext cx="3657600" cy="1024128"/>
          </a:xfrm>
          <a:prstGeom prst="roundRect">
            <a:avLst>
              <a:gd name="adj" fmla="val 535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10128" y="142646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cable, RS485 twisted pair, serial line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310128" y="1847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bits physically travel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2331720" cy="1024128"/>
          </a:xfrm>
          <a:prstGeom prst="roundRect">
            <a:avLst>
              <a:gd name="adj" fmla="val 53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87168"/>
            <a:ext cx="2331720" cy="10241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0" y="2487168"/>
            <a:ext cx="3657600" cy="1024128"/>
          </a:xfrm>
          <a:prstGeom prst="roundRect">
            <a:avLst>
              <a:gd name="adj" fmla="val 535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10128" y="263347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 ·  UDP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310128" y="305409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bytes are delivered — reliable stream vs. fire-and-forget datagram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694176"/>
            <a:ext cx="2331720" cy="1024128"/>
          </a:xfrm>
          <a:prstGeom prst="roundRect">
            <a:avLst>
              <a:gd name="adj" fmla="val 5357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94176"/>
            <a:ext cx="2331720" cy="10241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FRAMING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08960" y="3694176"/>
            <a:ext cx="3657600" cy="1024128"/>
          </a:xfrm>
          <a:prstGeom prst="roundRect">
            <a:avLst>
              <a:gd name="adj" fmla="val 535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10128" y="384048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Modbus, vendor message layout, newline framing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4261104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tell where one reading ends and the next begins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9440" y="1280160"/>
            <a:ext cx="4572000" cy="3291840"/>
          </a:xfrm>
          <a:prstGeom prst="roundRect">
            <a:avLst>
              <a:gd name="adj" fmla="val 166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50608" y="1426464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one sits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78040" y="1755648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334E5C"/>
          </a:solidFill>
          <a:ln w="12700">
            <a:solidFill>
              <a:srgbClr val="334E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8040" y="1755648"/>
            <a:ext cx="4114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34856" y="2121408"/>
            <a:ext cx="201168" cy="164592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2322576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456273"/>
          </a:solidFill>
          <a:ln w="12700">
            <a:solidFill>
              <a:srgbClr val="45627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2322576"/>
            <a:ext cx="4114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interface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34856" y="2688336"/>
            <a:ext cx="201168" cy="164592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2889504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78040" y="2889504"/>
            <a:ext cx="4114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(TCP or UDP)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34856" y="3255264"/>
            <a:ext cx="201168" cy="164592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3456432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2A88A8"/>
          </a:solidFill>
          <a:ln w="12700">
            <a:solidFill>
              <a:srgbClr val="2A88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78040" y="3456432"/>
            <a:ext cx="4114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socket / reader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34856" y="3822192"/>
            <a:ext cx="201168" cy="164592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402336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8040" y="4023360"/>
            <a:ext cx="4114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 parser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864608"/>
            <a:ext cx="6126480" cy="1280160"/>
          </a:xfrm>
          <a:prstGeom prst="roundRect">
            <a:avLst>
              <a:gd name="adj" fmla="val 4286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1248" y="5010912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use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" y="5431536"/>
            <a:ext cx="5724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connections (newline-framed text messages with automatic reconnection) and a UDP receiver for the byte-parsed sensor. Serial / RS485 / Modbus devices plug into the same structure — only the reader and parser change.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49440" y="4864608"/>
            <a:ext cx="4572000" cy="1280160"/>
          </a:xfrm>
          <a:prstGeom prst="roundRect">
            <a:avLst>
              <a:gd name="adj" fmla="val 4286"/>
            </a:avLst>
          </a:prstGeom>
          <a:solidFill>
            <a:srgbClr val="FDF2E9"/>
          </a:solidFill>
          <a:ln w="12700">
            <a:solidFill>
              <a:srgbClr val="F0C89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50608" y="501091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150608" y="5431536"/>
            <a:ext cx="4169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4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this line is sensor-specific. Everything after it is identical for every sensor in the system.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TRANSPORT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— and where it stops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42646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8470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server. Receives every message and routes it by topic.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0" y="1280160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58768" y="142646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858768" y="18470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converter process that sends a reading.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487168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6334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05409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process that asks for topics and receives them.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0" y="2487168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58768" y="26334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858768" y="305409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address, e.g. sensors/&lt;location&gt;/&lt;type&gt;/&lt;id&gt;. Wildcards let one subscriber take everything.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694176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84048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26110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body — the normalized JSON reading.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0" y="3694176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58768" y="384048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858768" y="426110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guarantee level chosen per message.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1280160"/>
            <a:ext cx="4754880" cy="3547872"/>
          </a:xfrm>
          <a:prstGeom prst="roundRect">
            <a:avLst>
              <a:gd name="adj" fmla="val 1546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67728" y="1426464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/ subscribe flow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40880" y="178308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040880" y="1783080"/>
            <a:ext cx="4206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processes (publishers)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43416" y="2331720"/>
            <a:ext cx="201168" cy="384048"/>
          </a:xfrm>
          <a:prstGeom prst="down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26880" y="2359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40880" y="2770632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040880" y="2770632"/>
            <a:ext cx="4206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043416" y="3319272"/>
            <a:ext cx="201168" cy="384048"/>
          </a:xfrm>
          <a:prstGeom prst="down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0" y="3346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3758184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040880" y="3758184"/>
            <a:ext cx="4206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subscriber · logging · forwarding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43525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 and subscribers never address each other — only topics. Sensors can be added or removed without touching the consumer.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901184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1248" y="5047488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rule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" y="5468112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is a backend-internal transport. Electron and React are not MQTT clients and never subscribe to a broker. Previously the frontend subscribed on its own, which meant the dashboard could fail independently of the backend — two separate points of failure for one reading. The frontend now receives only what the backend has already processed.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BACKEND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many formats in, one format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42646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format 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847088"/>
            <a:ext cx="3529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line, comma separated, ends with newline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41401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format 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34640"/>
            <a:ext cx="3529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byte layout, values at known offsets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255264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40156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format 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822192"/>
            <a:ext cx="3529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field order, different units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276856"/>
            <a:ext cx="777240" cy="201168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1280160"/>
            <a:ext cx="2286000" cy="2404872"/>
          </a:xfrm>
          <a:prstGeom prst="roundRect">
            <a:avLst>
              <a:gd name="adj" fmla="val 32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669280" y="1280160"/>
            <a:ext cx="2286000" cy="2404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converters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logic lives here, and nowhere else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276856"/>
            <a:ext cx="777240" cy="201168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737360"/>
            <a:ext cx="2468880" cy="1481328"/>
          </a:xfrm>
          <a:prstGeom prst="roundRect">
            <a:avLst>
              <a:gd name="adj" fmla="val 3704"/>
            </a:avLst>
          </a:prstGeom>
          <a:solidFill>
            <a:srgbClr val="132433"/>
          </a:solidFill>
          <a:ln w="12700">
            <a:solidFill>
              <a:srgbClr val="2342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17152" y="1865376"/>
            <a:ext cx="21396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"temperature": 27.9,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"humidity": 42.9,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"Active"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2644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shape — actual fields depend on the sensor type.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352544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normalization buys us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6634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reads one structure, not one per vendor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filtering and display code is written once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sensor type changes the converter only — nothing downstream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field names are settled before data leaves the backend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4206240"/>
            <a:ext cx="5166360" cy="1920240"/>
          </a:xfrm>
          <a:prstGeom prst="roundRect">
            <a:avLst>
              <a:gd name="adj" fmla="val 285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6248" y="435254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dividing line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56248" y="4773168"/>
            <a:ext cx="4764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normalization: raw, vendor-specific, hard to reason about.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normalization: predictable keys, predictable types, safe to hand to any consumer — the logger, the broker, or the dashboard.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allows the frontend to stay completely unaware of sensor protocols.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KEY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backend reaches the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+ processing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77640" y="1655064"/>
            <a:ext cx="960120" cy="201168"/>
          </a:xfrm>
          <a:prstGeom prst="rightArrow">
            <a:avLst/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2231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· JSON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74920" y="132588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074920" y="1325880"/>
            <a:ext cx="3108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UI window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0" y="1655064"/>
            <a:ext cx="685800" cy="201168"/>
          </a:xfrm>
          <a:prstGeom prst="rightArrow">
            <a:avLst/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13258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0" y="1325880"/>
            <a:ext cx="23774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values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2752344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WebSocket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0632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connection stays open — no repeated request/response cycles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Full-duplex: the server can push the moment a reading arrives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per-message overhead compared with HTTP polling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fit for a dashboard that updates continuously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validated end-to-end in the learning prototype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2606040"/>
            <a:ext cx="5166360" cy="2148840"/>
          </a:xfrm>
          <a:prstGeom prst="roundRect">
            <a:avLst>
              <a:gd name="adj" fmla="val 2553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6248" y="275234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vs. pushing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310896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76848F"/>
          </a:solidFill>
          <a:ln w="12700">
            <a:solidFill>
              <a:srgbClr val="76848F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3108960"/>
            <a:ext cx="47091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polling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ED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keeps asking "anything new?" — mostly empty answers, always late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384048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83680" y="3840480"/>
            <a:ext cx="47091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speaks only when there is something to say — arrives immediately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901184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5047488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does not communicate directly with MQTT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468112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is the only intermediary between the MQTT layer and the dashboard. It subscribes, processes, and pushes display-ready values over a single WebSocket connection. The frontend holds no broker address, no topic list and no sensor protocol knowledge — it receives values and draws them.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FRONTEND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state in, interface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5074920" cy="2148840"/>
          </a:xfrm>
          <a:prstGeom prst="roundRect">
            <a:avLst>
              <a:gd name="adj" fmla="val 2553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408176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React contributes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719072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library for building the interface in pieces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holds the latest reading and the connection status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opens the WebSocket once, on mount, and closes it on unmount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state re-renders the affected part automatically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DOM updating anywhere in the dashboard code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5074920" cy="2514600"/>
          </a:xfrm>
          <a:prstGeom prst="roundRect">
            <a:avLst>
              <a:gd name="adj" fmla="val 2182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758184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message to pixels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4023360"/>
            <a:ext cx="4617720" cy="365760"/>
          </a:xfrm>
          <a:prstGeom prst="roundRect">
            <a:avLst>
              <a:gd name="adj" fmla="val 20000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023360"/>
            <a:ext cx="4617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message arrives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72384" y="4407408"/>
            <a:ext cx="201168" cy="164592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608576"/>
            <a:ext cx="4617720" cy="365760"/>
          </a:xfrm>
          <a:prstGeom prst="roundRect">
            <a:avLst>
              <a:gd name="adj" fmla="val 20000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608576"/>
            <a:ext cx="4617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JSON.parse(event.data)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72384" y="4992624"/>
            <a:ext cx="201168" cy="164592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193792"/>
            <a:ext cx="4617720" cy="365760"/>
          </a:xfrm>
          <a:prstGeom prst="roundRect">
            <a:avLst>
              <a:gd name="adj" fmla="val 20000"/>
            </a:avLst>
          </a:prstGeom>
          <a:solidFill>
            <a:srgbClr val="C97B3F"/>
          </a:solidFill>
          <a:ln w="12700">
            <a:solidFill>
              <a:srgbClr val="C97B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4617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setSensorData(received)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72384" y="5577840"/>
            <a:ext cx="201168" cy="164592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5779008"/>
            <a:ext cx="4617720" cy="365760"/>
          </a:xfrm>
          <a:prstGeom prst="roundRect">
            <a:avLst>
              <a:gd name="adj" fmla="val 20000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5779008"/>
            <a:ext cx="4617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re-renders the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261872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132433"/>
          </a:solidFill>
          <a:ln w="12700">
            <a:solidFill>
              <a:srgbClr val="2342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9632" y="1389888"/>
            <a:ext cx="515721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[sensorData, setSensorData] = useState(null);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[connectionStatus, setConnectionStatus]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useState('Connecting...');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ws = new WebSocket('ws://localhost:8765');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ws.onopen  = () =&gt; setConnectionStatus('Connected');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ws.onclose = () =&gt; setConnectionStatus('Disconnected');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ws.onmessage = (event) =&gt;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received = JSON.parse(event.data);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setSensorData(received);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cleanup when the component unmounts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 ws.close();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54681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src/App.jsx — the actual client from the prototype.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5715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dependency array is what keeps this to one connection: the effect runs once, not on every render.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TOOLING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is not React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40817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828800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for describing the interface. It knows about components, state and rendering — nothing about files, servers or builds.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79806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218688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development server and build tool. It serves the source during development and bundles it into static files for release.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041648"/>
            <a:ext cx="5303520" cy="2084832"/>
          </a:xfrm>
          <a:prstGeom prst="roundRect">
            <a:avLst>
              <a:gd name="adj" fmla="val 2632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4187952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in this project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498848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starts the dev server on localhost:5173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Module Replacement — saved edits appear without a reload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produces the static dist/ folder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'./' makes asset paths relative so Electron can load them from disk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261872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088" y="140817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modes, one codebase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1755648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1755648"/>
            <a:ext cx="4846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source  →  Vite dev server  →  http://localhost:5173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2450592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46520" y="2450592"/>
            <a:ext cx="4846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source  →  vite build  →  dist/index.html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723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loads a URL in one case and a file in the other — the React code is identical.</a:t>
            </a:r>
            <a:endParaRPr lang="en-US" sz="1050" dirty="0"/>
          </a:p>
        </p:txBody>
      </p:sp>
      <p:pic>
        <p:nvPicPr>
          <p:cNvPr id="20" name="Image 0" descr="/home/claude/work/wr/word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977640"/>
            <a:ext cx="3703320" cy="16916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217920" y="57424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vite.config.js from the prototype, after adding base: './'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DESKTOP SHELL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Electron: the application window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5074920" cy="2011680"/>
          </a:xfrm>
          <a:prstGeom prst="roundRect">
            <a:avLst>
              <a:gd name="adj" fmla="val 2727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408176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desktop application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719072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operated on a machine, not visited as a website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one launchable application alongside the backend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renders the UI, Node.js hosts the application process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React code serves both development and the shipped app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5074920" cy="2697480"/>
          </a:xfrm>
          <a:prstGeom prst="roundRect">
            <a:avLst>
              <a:gd name="adj" fmla="val 2034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575304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931920"/>
            <a:ext cx="4617720" cy="502920"/>
          </a:xfrm>
          <a:prstGeom prst="roundRect">
            <a:avLst>
              <a:gd name="adj" fmla="val 14545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931920"/>
            <a:ext cx="4617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 — main.cjs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window, controls the lifecycle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72384" y="4480560"/>
            <a:ext cx="201168" cy="228600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754880"/>
            <a:ext cx="4617720" cy="502920"/>
          </a:xfrm>
          <a:prstGeom prst="roundRect">
            <a:avLst>
              <a:gd name="adj" fmla="val 14545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4754880"/>
            <a:ext cx="46177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BrowserWindow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1100 × 750, preload attached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72384" y="5303520"/>
            <a:ext cx="201168" cy="228600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57784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C97B3F"/>
          </a:solidFill>
          <a:ln w="12700">
            <a:solidFill>
              <a:srgbClr val="C97B3F"/>
            </a:solidFill>
            <a:prstDash val="solid"/>
          </a:ln>
          <a:effectLst>
            <a:outerShdw blurRad="101600" dist="12700" dir="5400000" algn="bl" rotWithShape="0">
              <a:srgbClr val="8FA0AE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5577840"/>
            <a:ext cx="4617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— the React application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261872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132433"/>
          </a:solidFill>
          <a:ln w="12700">
            <a:solidFill>
              <a:srgbClr val="2342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99632" y="1389888"/>
            <a:ext cx="515721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win = new BrowserWindow({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1100,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750,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webPreferences: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preload: path.join(__dirname, 'preload.cjs'),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contextIsolation: true,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nodeIntegration: false,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isDev = process.env.NODE_ENV === 'development';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(isDev) win.loadURL('http://localhost:5173');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win.loadFile(path.join(__dirname, '../dist/index.html'));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45079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electron/main.cjs — the dev / production branch.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489204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6208" y="503834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branch matters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5458968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 the window points at the Vite server so edits appear live. In production there is no server at all — the window opens the built HTML file directly from disk.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DESKTOP SHELL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Preload: a controlled bridge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5074920" cy="2194560"/>
          </a:xfrm>
          <a:prstGeom prst="roundRect">
            <a:avLst>
              <a:gd name="adj" fmla="val 2500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408176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719072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renderer runs web code — giving it full Node.js access is unsafe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nodeIntegration: false removes that access entirely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contextIsolation: true keeps preload and page scripts in separate contexts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preload script then exposes only the specific things the UI may use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639312"/>
            <a:ext cx="5074920" cy="2487168"/>
          </a:xfrm>
          <a:prstGeom prst="roundRect">
            <a:avLst>
              <a:gd name="adj" fmla="val 2206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785616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4041648"/>
            <a:ext cx="4617720" cy="365760"/>
          </a:xfrm>
          <a:prstGeom prst="roundRect">
            <a:avLst>
              <a:gd name="adj" fmla="val 20000"/>
            </a:avLst>
          </a:prstGeom>
          <a:solidFill>
            <a:srgbClr val="C97B3F"/>
          </a:solidFill>
          <a:ln w="12700">
            <a:solidFill>
              <a:srgbClr val="C97B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041648"/>
            <a:ext cx="4617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72384" y="4425696"/>
            <a:ext cx="201168" cy="164592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608576"/>
            <a:ext cx="4617720" cy="365760"/>
          </a:xfrm>
          <a:prstGeom prst="roundRect">
            <a:avLst>
              <a:gd name="adj" fmla="val 20000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608576"/>
            <a:ext cx="4617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window.electronAPI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72384" y="4992624"/>
            <a:ext cx="201168" cy="164592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175504"/>
            <a:ext cx="4617720" cy="365760"/>
          </a:xfrm>
          <a:prstGeom prst="roundRect">
            <a:avLst>
              <a:gd name="adj" fmla="val 20000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175504"/>
            <a:ext cx="4617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preload.cjs (contextBridge)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72384" y="5559552"/>
            <a:ext cx="201168" cy="164592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5742432"/>
            <a:ext cx="46177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5742432"/>
            <a:ext cx="4617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main process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261872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132433"/>
          </a:solidFill>
          <a:ln w="12700">
            <a:solidFill>
              <a:srgbClr val="2342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9632" y="1389888"/>
            <a:ext cx="5157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contextBridge } = require('electron');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contextBridge.exposeInMainWorld('electronAPI',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platform: process.platform,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7706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electron/preload.cjs — the entire bridge, deliberately small.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310896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36208" y="325526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.cjs and not .js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36208" y="3675888"/>
            <a:ext cx="5084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package is an ES module project ("type": "module"), but Electron's main and preload scripts use CommonJS — require() and module.exports. Naming them .cjs tells Node to treat those two files as CommonJS while React source continues to use import / export.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4736592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FDF2E9"/>
          </a:solidFill>
          <a:ln w="12700">
            <a:solidFill>
              <a:srgbClr val="F0C89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4882896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the dashboard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5303520"/>
            <a:ext cx="5084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4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needs almost nothing from the operating system — its data arrives over WebSocket. Keeping the bridge this narrow means the UI can never reach the filesystem or spawn processes, whatever it renders.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PROOF OF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built and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566928"/>
            <a:ext cx="1874520" cy="256032"/>
          </a:xfrm>
          <a:prstGeom prst="roundRect">
            <a:avLst>
              <a:gd name="adj" fmla="val 50000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46920" y="5669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80160"/>
            <a:ext cx="49377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WebSocket server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asyncio + websockets, port 8765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08376" y="1865376"/>
            <a:ext cx="201168" cy="23774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57984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2A88A8"/>
          </a:solidFill>
          <a:ln w="12700">
            <a:solidFill>
              <a:srgbClr val="2A88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57984"/>
            <a:ext cx="49377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telemetry every 2 s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json.dumps(payload)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08376" y="2743200"/>
            <a:ext cx="201168" cy="23774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35808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35808"/>
            <a:ext cx="49377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connection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single persistent channel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08376" y="3621024"/>
            <a:ext cx="201168" cy="23774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913632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913632"/>
            <a:ext cx="49377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onmessage → JSON.parse → state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08376" y="4498848"/>
            <a:ext cx="201168" cy="23774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791456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791456"/>
            <a:ext cx="49377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desktop window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loads the Vite dev server</a:t>
            </a:r>
            <a:endParaRPr lang="en-US" sz="1200" dirty="0"/>
          </a:p>
        </p:txBody>
      </p:sp>
      <p:pic>
        <p:nvPicPr>
          <p:cNvPr id="20" name="Image 0" descr="/home/claude/work/wr/word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623560" cy="20482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897880" y="3364992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Electron window: live values from the Python server, updating every two seconds.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97880" y="3886200"/>
            <a:ext cx="5623560" cy="2240280"/>
          </a:xfrm>
          <a:prstGeom prst="roundRect">
            <a:avLst>
              <a:gd name="adj" fmla="val 2449"/>
            </a:avLst>
          </a:prstGeom>
          <a:solidFill>
            <a:srgbClr val="FDF2E9"/>
          </a:solidFill>
          <a:ln w="12700">
            <a:solidFill>
              <a:srgbClr val="F0C89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99048" y="4032504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stated plainly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099048" y="4453128"/>
            <a:ext cx="5221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4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program generates random temperature and humidity values. It does not read a sensor, and there is no MQTT anywhere in this prototype.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4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was the point: prove the backend-to-frontend transport and the desktop shell in isolation, before connecting them to the real acquisition pipeline. The part being tested here is the last link of the big architecture — nothing more.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folder: Basic Backend/backend.py  +  Test_Prog (React · Vite · Electron)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vs. full project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61872"/>
          <a:ext cx="10881360" cy="345643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prototype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Randomly generated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sensors over TCP / UDP / serial links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readers per interface, with reconnection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data starts in final 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converter driven by a JSON 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inside backend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publish / subscribe through a broker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output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Per-sensor log files written by the subscriber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→ 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WebSocket, JSON payload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WebSocket, JSON payload  (same mechanism)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Vite + Electron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Vite + Electron  (same stack)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Frontend's knowledge of sensors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7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 (unchanged by design)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261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547872" y="1261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prototype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205472" y="12618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project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480060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494690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transfers directly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5367528"/>
            <a:ext cx="4901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last link: a backend process pushing structured JSON over a persistent WebSocket, React parsing it into state, Electron hosting the window. That code changes only in where the values come from.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480060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19088" y="494690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added around it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19088" y="5367528"/>
            <a:ext cx="4901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upstream of the WebSocket: real sensor links, vendor parsing, normalization, MQTT publish/subscribe, and file logging — all of it inside the backend, invisible to the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END TO 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of one reading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4081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34E5C"/>
          </a:solidFill>
          <a:ln w="12700">
            <a:solidFill>
              <a:srgbClr val="334E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35331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produces a measurement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in the field takes a reading and emits it on its own link.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" y="2002536"/>
            <a:ext cx="201168" cy="10058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0312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22311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56273"/>
          </a:solidFill>
          <a:ln w="12700">
            <a:solidFill>
              <a:srgbClr val="4562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21762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carries raw bytes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stream, UDP datagram or serial line — unchanged, uninterpreted.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" y="2825496"/>
            <a:ext cx="201168" cy="10058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054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9992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reader receives it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handler for that sensor takes the frame off the socket.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" y="3648456"/>
            <a:ext cx="201168" cy="10058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4904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8770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82219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interprets the format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 rules turn the frame into named values with units.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" y="4471416"/>
            <a:ext cx="201168" cy="10058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5720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47000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88A8"/>
          </a:solidFill>
          <a:ln w="12700">
            <a:solidFill>
              <a:srgbClr val="2A88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464515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is normalized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written into the common structure every sensor shares.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6112" y="5294376"/>
            <a:ext cx="201168" cy="10058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39496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55229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53312" y="546811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MQTT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the broker on the topic built from location, type and sensor id.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128016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45936" y="14081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8F86"/>
          </a:solidFill>
          <a:ln w="12700">
            <a:solidFill>
              <a:srgbClr val="0E8F8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45936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931152" y="135331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routes the message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every subscriber holding a matching topic filter.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73952" y="2002536"/>
            <a:ext cx="201168" cy="10058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210312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5936" y="22311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45936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931152" y="21762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receives and logs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 is written to that sensor's log file for the record.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73952" y="2825496"/>
            <a:ext cx="201168" cy="10058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0" y="292608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45936" y="3054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45936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931152" y="29992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to the bridge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processing layer hands the display-ready values to the WebSocket server.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73952" y="3648456"/>
            <a:ext cx="201168" cy="10058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374904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45936" y="38770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5C1E"/>
          </a:solidFill>
          <a:ln w="12700">
            <a:solidFill>
              <a:srgbClr val="B35C1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45936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382219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over WebSocket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as a JSON string and sent on the open connection.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73952" y="4471416"/>
            <a:ext cx="201168" cy="10058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45720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2F5F8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45936" y="47000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345936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931152" y="464515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parses and stores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onmessage fires, JSON.parse builds the object, state is updated.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473952" y="5294376"/>
            <a:ext cx="201168" cy="100584"/>
          </a:xfrm>
          <a:prstGeom prst="downArrow">
            <a:avLst/>
          </a:prstGeom>
          <a:solidFill>
            <a:srgbClr val="9FB3C2"/>
          </a:solidFill>
          <a:ln w="12700">
            <a:solidFill>
              <a:srgbClr val="9FB3C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539496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45936" y="55229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7B3F"/>
          </a:solidFill>
          <a:ln w="12700">
            <a:solidFill>
              <a:srgbClr val="C97B3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345936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931152" y="546811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the value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re-renders inside the Electron window; the operator sees it.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40080" y="6199632"/>
            <a:ext cx="10881360" cy="475488"/>
          </a:xfrm>
          <a:prstGeom prst="roundRect">
            <a:avLst>
              <a:gd name="adj" fmla="val 11538"/>
            </a:avLst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41248" y="6364224"/>
            <a:ext cx="10479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left column top to bottom, then the right. Steps 1–8 are backend work, steps 9–12 the frontend path — MQTT appears only in steps 6–8.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STANDS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Implemented, proven, and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1B3A50"/>
          </a:solidFill>
          <a:ln w="12700">
            <a:solidFill>
              <a:srgbClr val="2C4E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the backend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9992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links over TCP and UDP, with reconnection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converter driven by a JSON configuration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readings published to MQTT topics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subscriber logging to per-sensor files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70832" y="205740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1B3A50"/>
          </a:solidFill>
          <a:ln w="12700">
            <a:solidFill>
              <a:srgbClr val="2C4E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22402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the prototype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697480"/>
            <a:ext cx="29992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WebSocket server pushing JSON continuously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 parsing messages into state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hosting the dashboard as a desktop app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dev-server and production build paths configured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205740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1B3A50"/>
          </a:solidFill>
          <a:ln w="12700">
            <a:solidFill>
              <a:srgbClr val="2C4E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0184" y="224028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697480"/>
            <a:ext cx="29992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WebSocket bridge to the backend subscriber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simulated telemetry with real normalized readings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the dashboard to consume the single backend stream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B9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frontend's own MQTT subscription entirely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stays on the backend. The dashboard receives processed values and displays them — nothing more.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3395</Words>
  <Application>Microsoft Office PowerPoint</Application>
  <PresentationFormat>Widescreen</PresentationFormat>
  <Paragraphs>473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Acquisition &amp; Desktop Dashboard — Architecture</dc:title>
  <dc:subject>PptxGenJS Presentation</dc:subject>
  <dc:creator>Tejas</dc:creator>
  <cp:lastModifiedBy>Tejas Mishra</cp:lastModifiedBy>
  <cp:revision>2</cp:revision>
  <dcterms:created xsi:type="dcterms:W3CDTF">2026-09-17T05:47:17Z</dcterms:created>
  <dcterms:modified xsi:type="dcterms:W3CDTF">2026-09-17T07:35:32Z</dcterms:modified>
</cp:coreProperties>
</file>